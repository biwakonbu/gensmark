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rp_title">
    <p:bg>
      <p:bgPr>
        <a:solidFill>
          <a:srgbClr val="0B2F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645920"/>
            <a:ext cx="109728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hasCustomPrompt="1"/>
          </p:nvPr>
        </p:nvSpPr>
        <p:spPr>
          <a:xfrm>
            <a:off x="640080" y="2834640"/>
            <a:ext cx="109728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rp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2F59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645920"/>
            <a:ext cx="10972800" cy="10058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Template Title</a:t>
            </a:r>
            <a:endParaRPr lang="en-US" dirty="0"/>
          </a:p>
        </p:txBody>
      </p:sp>
      <p:sp>
        <p:nvSpPr>
          <p:cNvPr id="3" name="Text 0"/>
          <p:cNvSpPr/>
          <p:nvPr>
            <p:ph idx="101" hasCustomPrompt="1"/>
          </p:nvPr>
        </p:nvSpPr>
        <p:spPr>
          <a:xfrm>
            <a:off x="640080" y="2834640"/>
            <a:ext cx="109728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Template Subtitle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Template Content</a:t>
            </a:r>
            <a:endParaRPr lang="en-US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Do not keep this slide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2026-02-20T17:16:47Z</dcterms:created>
  <dcterms:modified xsi:type="dcterms:W3CDTF">2026-02-20T17:16:47Z</dcterms:modified>
</cp:coreProperties>
</file>